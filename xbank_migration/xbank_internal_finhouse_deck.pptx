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</a:rPr>
              <a:t>X Bank Merchant Migration Fırsatı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2286000" cy="548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Finhouse iç değerlendirme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Konu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X Bank, Payten benzeri dış altyapıdan kendi sanal POS sistemine geçiyor.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İlk 60 merchant taşınmış durumda; sırada yaklaşık 18.000 merchant var.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Bu iş teknik entegrasyondan çok operasyon + migration programı.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Neden Fırsat?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Büyük ölçekli delivery işi ve güçlü banka referansı yaratır.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Uzun süreli operasyon ve işlem bazlı gelir potansiyeli vardır.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Migration sonrası ek ürün ve hizmet fırsatları doğabilir.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Ana Zorluklar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Merchant profilleri homojen değil: hazır paket, custom, ajans bağımlı yapılar var.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Herkesin teknik ekibi yok; aktif takip ve yakın yönlendirme gerekiyor.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Toplu duyuru ile geçiş olmaz; segment bazlı operasyon şart.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Bizim Avantajımız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Payment / fintech bağlamını biliyoruz.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QNB benzeri migration deneyimi referans değeri taşıyor.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Operasyon + teknik + ticari dili birlikte kurabiliyoruz.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Maliyet ve Ticari Okuma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Yeni çalışmada baz senaryoda merchant başı maliyet ~61 USD görünüyor.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65 USD bandı mümkün ama marj sınırlı.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Sadece setup fee ile gitmek riskli; hibrit model daha sağlıklı.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5A5A"/>
                </a:solidFill>
              </a:rPr>
              <a:t>Öneri: discovery/pilot sabit bedeli + merchant başı dönüşüm bedeli + işlem bazlı gelir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Önerilen Strateji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Migration factory yaklaşımı sunalım.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AI destekli delivery modeli ve hazır paket geçiş kitleri kuralım.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İlk aşamada az ama doğru veri isteyelim; discovery ile derinleşelim.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Sonraki Adım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İç hizalanma ve teklif çerçevesinin netleşmesi.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X Bank için sade müşteri deck’i ile ilk temas.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Discovery fazı ve veri talebinin kontrollü açılması.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