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</a:rPr>
              <a:t>X Bank Sanal POS Merchant Migration Programı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920240"/>
            <a:ext cx="2286000" cy="54864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Kontrollü, ölçeklenebilir ve düşük sürtünmeli geçiş yaklaşımı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Yönetici Özeti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X Bank yeni sanal POS platformunu devreye almış durumda.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İlk geçişler önemli bir başlangıç sağlıyor.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Sıradaki faz, daha geniş merchant portföyünün kontrollü şekilde dönüştürülmesi.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Yaklaşımımız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Merchant segmentasyonu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Dalga bazlı migration planı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Operasyonel takip ve iletişim yönetimi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Teknik onboarding koordinasyonu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Neden Bu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Merchant portföyleri teknik açıdan homojen değildir.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Başarılı migration için tek tip değil, segment bazlı model gerekir.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Bu yaklaşım hem hız hem de kontrol sağlar.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Önerilen Çalışma Modeli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1. Ön değerlendirme ve discovery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2. Pilot ve playbook doğrulama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3. Dalga bazlı yaygınlaştırma ve hypercare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İlk Aşamada Gerekli Veri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Toplam ve aktif merchant sayısı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İşlem hacmi / adet özeti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Entegrasyon tipi veya platform dağılımı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İlk geçişlerden çıkan öğrenimler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Hedef takvim ve başarı kriteri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A5A5A"/>
                </a:solidFill>
              </a:rPr>
              <a:t>İlk değerlendirme için sınırlı ama karar verdirici veriyle ilerlemek yeterlidir.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Beklenen Çıktılar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Segment bazlı migration stratejisi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Pilot kapsamı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Ekip ve kapasite planı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Risk matrisi ve önerilen ticari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Finhouse Katkısı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Ödeme sistemleri ve saha gerçekliğini birlikte okuyan yaklaşım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Operasyon ve teknik enablement’i aynı çatı altında ele alma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Ölçülebilir, aşamalı ve kontrollü delivery modeli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Sonraki Adım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9784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Kısa discovery oturumu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Ön veri setinin paylaşılması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Pilot kapsamının birlikte belirlenmesi</a:t>
            </a:r>
          </a:p>
          <a:p>
            <a:pPr>
              <a:spcAft>
                <a:spcPts val="1200"/>
              </a:spcAft>
              <a:defRPr sz="1800">
                <a:solidFill>
                  <a:srgbClr val="222222"/>
                </a:solidFill>
              </a:defRPr>
            </a:pPr>
            <a:r>
              <a:t>Detaylı çalışma planı ve teklif yapısının netleşmesi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